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2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1719072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3D8BF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2432304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C3E8C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3145536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BLUEPRINT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N-Layer ASP.NET Web API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ADO.NET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— Copy-Paste-Run Reference Implementation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25400">
            <a:solidFill>
              <a:srgbClr val="3D8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  →  Service (BLL)  →  Repository (DAL)  →  ADO.NET  →  SQL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Engineering Team • Prepared by Solution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7099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1122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EmployeeController.cs  (ASP.NET Web API)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71416" y="2578608"/>
            <a:ext cx="292608" cy="219456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71416" y="25420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2C3E8C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3284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IEmployeeService / EmployeeService.cs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71416" y="3794760"/>
            <a:ext cx="292608" cy="219456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37581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032504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3D8BF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41422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5445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IEmployeeRepository / EmployeeRepository.cs (ADO.NET)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71416" y="5010912"/>
            <a:ext cx="292608" cy="219456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71416" y="497433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248656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0EA5B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53583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5760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 — Employee 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17373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</a:t>
            </a: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HTTP requests, model binding, returns HTTP responses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0" y="295351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</a:t>
            </a: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rules, business workflow, orchestration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0" y="416966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— </a:t>
            </a: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SqlConnection / SqlCommand, parameterized queries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0" y="538581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</a:t>
            </a: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table, constraints, stored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Structure &amp; NuGet Packages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EmployeeApi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EmployeeApi.sln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Controllers/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EmployeeController.cs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Models/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Employee.cs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DAL/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IEmployeeRepository.cs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EmployeeRepository.cs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BLL/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IEmployeeService.cs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EmployeeService.cs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Database/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Employee_Schema.sql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Program.cs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appsettings.json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600200"/>
            <a:ext cx="452628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14884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SDK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2019+ (or LocalDB)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/ VS Code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(to run the schema script)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3794760"/>
            <a:ext cx="4526280" cy="2286000"/>
          </a:xfrm>
          <a:prstGeom prst="roundRect">
            <a:avLst>
              <a:gd name="adj" fmla="val 3200"/>
            </a:avLst>
          </a:prstGeom>
          <a:solidFill>
            <a:srgbClr val="0F1530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6092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PACKAGES (CLI)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4343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webapi -n EmployeeApi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EmployeeApi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Microsoft.Data.SqlClient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Swashbuckle.AspNetCore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Script — Employee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Database/Employee_Schema.sql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Employee_Schema.sql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EmployeeDB;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EmployeeDB;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 (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EmployeeId     INT IDENTITY(1,1) PRIMARY KEY,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FirstName      NVARCHAR(50)  NOT NULL,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LastName       NVARCHAR(50)  NOT NULL,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        NVARCHAR(100) NOT NULL UNIQUE,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     NVARCHAR(50)  NULL,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         DECIMAL(18,2) NOT NULL DEFAULT 0,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DateOfJoining  DATETIME      NOT NULL DEFAULT GETDATE(),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IsActive       BIT           NOT NULL DEFAULT 1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Sample seed data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(FirstName,LastName,Email,Department,Salary)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('Asha','Rao','asha.rao@corp.com','Engineering',85000),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('Vikram','Iyer','vikram.iyer@corp.com','Finance',72000);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Entity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Models/Employee.cs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6309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EmployeeApi.Models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class Employee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int EmployeeId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string FirstName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string LastName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string Email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string Department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decimal Salary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DateTime DateOfJoining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public bool IsActive { get; set;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600200"/>
            <a:ext cx="4069080" cy="4663440"/>
          </a:xfrm>
          <a:prstGeom prst="roundRect">
            <a:avLst>
              <a:gd name="adj" fmla="val 179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POCO?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ORM attributes needed — ADO.NET maps columns manually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three layers as the single contract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free of business logic (anemic model by design)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match table columns 1:1 for easy mapping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— Interface &amp; Read Operations (ADO.NET)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DAL/IEmployeeRepository.cs + EmployeeRepository.cs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617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EmployeeApi.DAL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interface IEmployeeRepository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List&lt;Employee&gt; GetAll();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 GetById(int 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Add(Employee 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Update(Employee 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Delete(int 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string _connStr;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EmployeeRepository(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IConfiguration config)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_connStr = config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.GetConnectionString("EmployeeDB");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554480"/>
            <a:ext cx="585216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6276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DAL/EmployeeRepository.cs (continued)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89320" y="1938528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List&lt;Employee&gt; GetAll()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list = new List&lt;Employee&gt;();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conn = new SqlConnection(_connStr);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cmd = new SqlCommand(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"SELECT * FROM Employee", conn);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conn.Open();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reader = cmd.ExecuteReader();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(reader.Read())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list.Add(MapEmployee(reader));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list;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Employee GetById(int id)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conn = new SqlConnection(_connStr);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cmd = new SqlCommand(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Employee WHERE EmployeeId=@Id", conn);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cmd.Parameters.AddWithValue("@Id", id);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conn.Open();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reader = cmd.ExecuteReader();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reader.Read() ? MapEmployee(reader) : null;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— Add / Update / Delete / Mapper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DAL/EmployeeRepository.cs — Add / Delete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Add(Employee e)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conn = new SqlConnection(_connStr);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q = @"INSERT INTO Employee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(FirstName,LastName,Email,Department,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Salary,DateOfJoining,IsActive)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VALUES(@FirstName,@LastName,@Email,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@Department,@Salary,@DateOfJoining,@IsActive);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CAST(SCOPE_IDENTITY() as int);";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cmd = new SqlCommand(q, conn);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AddParams(cmd, e);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conn.Open();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(int)cmd.ExecuteScalar();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 Delete(int id)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conn = new SqlConnection(_connStr);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cmd = new SqlCommand(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"DELETE FROM Employee WHERE EmployeeId=@Id", conn);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cmd.Parameters.AddWithValue("@Id", id);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conn.Open();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cmd.ExecuteNonQuery() &gt; 0;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276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DAL/EmployeeRepository.cs — Update / Mapper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92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 Update(Employee e)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conn = new SqlConnection(_connStr);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q = @"UPDATE Employee SET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FirstName=@FirstName, LastName=@LastName,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Email=@Email, Department=@Department,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Salary=@Salary, IsActive=@IsActive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EmployeeId=@EmployeeId";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cmd = new SqlCommand(q, conn);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AddParams(cmd, e);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cmd.Parameters.AddWithValue("@EmployeeId", e.EmployeeId);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conn.Open();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cmd.ExecuteNonQuery() &gt; 0;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Employee MapEmployee(SqlDataReader r) =&gt;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Employee {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EmployeeId = (int)r["EmployeeId"],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FirstName = r["FirstName"].ToString(),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r["Email"].ToString(),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 = (decimal)r["Salary"],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IsActive = (bool)r["IsActive"]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Service — Validation &amp; Orchestration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BLL/IEmployeeService.cs + EmployeeService.cs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EmployeeApi.BLL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interface IEmployeeService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List&lt;Employee&gt; GetAllEmployees();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 GetEmployee(int 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AddEmployee(Employee 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UpdateEmployee(Employee 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DeleteEmployee(int 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EmployeeService : IEmployeeService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IEmployeeRepository _repo;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EmployeeService(IEmployeeRepository repo)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 = repo;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276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BLL/EmployeeService.cs (continued)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92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List&lt;Employee&gt; GetAllEmployees()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_repo.GetAll();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Employee GetEmployee(int id)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_repo.GetById(id);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AddEmployee(Employee e)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(string.IsNullOrWhiteSpace(e.Email))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ArgumentException("Email is required");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_repo.Add(e);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 UpdateEmployee(Employee e)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_repo.Update(e);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 DeleteEmployee(int id)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_repo.Delete(id);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Controller — REST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Controllers/EmployeeController.cs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[ApiController]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[Route("api/[controller]")]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EmployeeController : ControllerBase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IEmployeeService _service;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EmployeeController(IEmployeeService service) =&gt; _service = service;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[HttpGet]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GetAll() =&gt; Ok(_service.GetAllEmployees());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[HttpGet("{id}")]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Get(int id)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emp = _service.GetEmployee(id);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emp == null ? NotFound() : Ok(emp);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[HttpPost]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Create(Employee e)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id = _service.AddEmployee(e);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CreatedAtAction(nameof(Get), new { id }, e);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[HttpPut("{id}")]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Update(int id, Employee e)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e.EmployeeId = id; return _service.UpdateEmployee(e) ? NoContent() : NotFound(); 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[HttpDelete("{id}")]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Delete(int id) =&gt; _service.DeleteEmployee(id) ? NoContent() : NotFound();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Injection, Program.cs &amp; Connection String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WebApplication.CreateBuilder(args);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builder.Services.AddEndpointsApiExplorer();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DAL &amp; BLL for constructor injection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builder.Services.AddScoped&lt;IEmployeeRepository,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EmployeeRepository&gt;();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builder.Services.AddScoped&lt;IEmployeeService,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EmployeeService&gt;();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(app.Environment.IsDevelopment())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app.UseSwagger();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app.UseSwaggerUI();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app.UseHttpsRedirection();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app.UseAuthorization();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23760" y="155448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0F1530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52360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52360" y="193852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"ConnectionStrings": 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"EmployeeDB":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"Server=localhost;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Database=EmployeeDB;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Trusted_Connection=True;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TrustServerCertificate=True;"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3703320"/>
            <a:ext cx="4389120" cy="256032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“COPY &amp; RUN”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20624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container wires Controller → Service → Repository automatically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connection string needs updating per environment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auto-generates a test console at /swagger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VERIFY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Endpoints &amp; Recap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2834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/api/employee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 all employees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/api/employee/{id}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one employee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/api/employee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employee (JSON body)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/api/employee/{id}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employee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/api/employee/{id}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Remove employee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dotnet run  →  open https://localhost:5001/swagger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43800" y="1600200"/>
            <a:ext cx="4069080" cy="4617720"/>
          </a:xfrm>
          <a:prstGeom prst="roundRect">
            <a:avLst>
              <a:gd name="adj" fmla="val 1798"/>
            </a:avLst>
          </a:prstGeom>
          <a:solidFill>
            <a:srgbClr val="141B4D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RECAP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214884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Employee.cs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POCO shared by all layers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— EmployeeRepository.cs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SqlConnection / SqlCommand, parameterized 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BLL — EmployeeService.cs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orchestration before hitting the DB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EmployeeController.cs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controller, delegates to the service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Module • ASP.NET Web API • ADO.NET N-Layer Architecture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2086</Words>
  <Application>Microsoft Office PowerPoint</Application>
  <PresentationFormat>Widescreen</PresentationFormat>
  <Paragraphs>369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N-Layer ASP.NET Web API with ADO.NET - Employee Module</dc:title>
  <dc:subject>PptxGenJS Presentation</dc:subject>
  <dc:creator>Solution Architecture</dc:creator>
  <cp:lastModifiedBy>Keren Duke Christobel</cp:lastModifiedBy>
  <cp:revision>1</cp:revision>
  <dcterms:created xsi:type="dcterms:W3CDTF">2026-07-09T04:17:26Z</dcterms:created>
  <dcterms:modified xsi:type="dcterms:W3CDTF">2026-07-17T11:03:47Z</dcterms:modified>
</cp:coreProperties>
</file>